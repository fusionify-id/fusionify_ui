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Pembuka" id="{f3b132cf-c430-b96a-f372-1c34799ba882}">
          <p14:sldIdLst>
            <p14:sldId id="256"/>
          </p14:sldIdLst>
        </p14:section>
        <p14:section name="Isi" id="{ec409a9f-c2f9-a624-3a5c-354f422a67ee}">
          <p14:sldIdLst>
            <p14:sldId id="257"/>
            <p14:sldId id="258"/>
            <p14:sldId id="259"/>
            <p14:sldId id="260"/>
            <p14:sldId id="261"/>
          </p14:sldIdLst>
        </p14:section>
        <p14:section name="Penutup" id="{c75ddd34-6291-e6f8-92f7-99f42f4de0f0}">
          <p14:sldIdLst>
            <p14:sldId id="26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Data contoh</c:v>
                </c:pt>
              </c:strCache>
            </c:strRef>
          </c:tx>
          <c:spPr>
            <a:solidFill>
              <a:srgbClr val="0D6CD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B0F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Mei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12</c:v>
                </c:pt>
                <c:pt idx="1">
                  <c:v>18</c:v>
                </c:pt>
                <c:pt idx="2">
                  <c:v>15</c:v>
                </c:pt>
                <c:pt idx="3">
                  <c:v>22</c:v>
                </c:pt>
                <c:pt idx="4">
                  <c:v>27</c:v>
                </c:pt>
                <c:pt idx="5">
                  <c:v>31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0B0F1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6617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D3E4F7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66175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FY Judul. Ganti kicker, judul, dan kalimat ringkasan.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Kit melarang angka contoh di materi yang dipakai sungguhan. Hapus label Data contoh setelah datanya diganti.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image" Target="../media/image-1002-2.png"/><Relationship Id="rId3" Type="http://schemas.openxmlformats.org/officeDocument/2006/relationships/image" Target="../media/image-1002-3.png"/><Relationship Id="rId4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7-1.png"/><Relationship Id="rId2" Type="http://schemas.openxmlformats.org/officeDocument/2006/relationships/image" Target="../media/image-1007-2.png"/><Relationship Id="rId3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Y Judul">
    <p:bg>
      <p:bgPr>
        <a:solidFill>
          <a:srgbClr val="0D6CD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fusionify_ui/dokumen/office/aset/segel-biru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0" y="-1463040"/>
            <a:ext cx="5120640" cy="5120640"/>
          </a:xfrm>
          <a:prstGeom prst="rect">
            <a:avLst/>
          </a:prstGeom>
        </p:spPr>
      </p:pic>
      <p:pic>
        <p:nvPicPr>
          <p:cNvPr id="3" name="Image 1" descr="/home/claude/fusionify_ui/dokumen/office/aset/fusionify-wordmark-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457200"/>
            <a:ext cx="1783080" cy="379476"/>
          </a:xfrm>
          <a:prstGeom prst="rect">
            <a:avLst/>
          </a:prstGeom>
        </p:spPr>
      </p:pic>
      <p:pic>
        <p:nvPicPr>
          <p:cNvPr id="4" name="Image 2" descr="/home/claude/fusionify_ui/dokumen/office/aset/maskot-happy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89320" y="1051560"/>
            <a:ext cx="3200400" cy="4087368"/>
          </a:xfrm>
          <a:prstGeom prst="rect">
            <a:avLst/>
          </a:prstGeom>
        </p:spPr>
      </p:pic>
      <p:sp>
        <p:nvSpPr>
          <p:cNvPr id="5" name="Text 0"/>
          <p:cNvSpPr/>
          <p:nvPr>
            <p:ph idx="103" type="body" hasCustomPrompt="1"/>
          </p:nvPr>
        </p:nvSpPr>
        <p:spPr>
          <a:xfrm>
            <a:off x="548640" y="1417320"/>
            <a:ext cx="493776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100" b="1" spc="300" kern="0" dirty="0">
                <a:solidFill>
                  <a:schemeClr val="bg1"/>
                </a:solidFill>
                <a:latin typeface="Exo 2" pitchFamily="34" charset="0"/>
                <a:ea typeface="Exo 2" pitchFamily="34" charset="-122"/>
                <a:cs typeface="Exo 2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100" b="1" spc="300" kern="0" dirty="0">
                <a:solidFill>
                  <a:schemeClr val="bg1"/>
                </a:solidFill>
                <a:latin typeface="Exo 2" pitchFamily="34" charset="0"/>
                <a:ea typeface="Exo 2" pitchFamily="34" charset="-122"/>
                <a:cs typeface="Exo 2" pitchFamily="34" charset="-120"/>
              </a:rPr>
              <a:t>JENIS PRESENTASI · 2026</a:t>
            </a:r>
            <a:endParaRPr lang="en-US" sz="1100" dirty="0"/>
          </a:p>
        </p:txBody>
      </p:sp>
      <p:sp>
        <p:nvSpPr>
          <p:cNvPr id="6" name="Text 0"/>
          <p:cNvSpPr/>
          <p:nvPr>
            <p:ph idx="104" type="title" hasCustomPrompt="1"/>
          </p:nvPr>
        </p:nvSpPr>
        <p:spPr>
          <a:xfrm>
            <a:off x="548640" y="1783080"/>
            <a:ext cx="512064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r>
              <a:rPr lang="en-US" sz="4600" dirty="0">
                <a:solidFill>
                  <a:schemeClr val="bg1"/>
                </a:solidFill>
              </a:rPr>
              <a:t>Judul presentasi</a:t>
            </a:r>
            <a:endParaRPr lang="en-US" sz="4600" dirty="0"/>
          </a:p>
        </p:txBody>
      </p:sp>
      <p:sp>
        <p:nvSpPr>
          <p:cNvPr id="7" name="Text 0"/>
          <p:cNvSpPr/>
          <p:nvPr>
            <p:ph idx="105" type="body" hasCustomPrompt="1"/>
          </p:nvPr>
        </p:nvSpPr>
        <p:spPr>
          <a:xfrm>
            <a:off x="548640" y="3566160"/>
            <a:ext cx="493776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500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Satu kalimat yang menjelaskan isinya.</a:t>
            </a:r>
            <a:endParaRPr lang="en-US" sz="1500" dirty="0"/>
          </a:p>
        </p:txBody>
      </p:sp>
      <p:sp>
        <p:nvSpPr>
          <p:cNvPr id="8" name="Text 0"/>
          <p:cNvSpPr/>
          <p:nvPr/>
        </p:nvSpPr>
        <p:spPr>
          <a:xfrm>
            <a:off x="548640" y="45262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facad Flux ExtraBold" pitchFamily="34" charset="0"/>
                <a:ea typeface="Afacad Flux ExtraBold" pitchFamily="34" charset="-122"/>
                <a:cs typeface="Afacad Flux ExtraBold" pitchFamily="34" charset="-120"/>
              </a:rPr>
              <a:t>PT FUSIONIFY DIGITAL STORE</a:t>
            </a:r>
            <a:endParaRPr lang="en-US" sz="13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Y Bagian">
    <p:bg>
      <p:bgPr>
        <a:solidFill>
          <a:srgbClr val="0710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fusionify_ui/dokumen/office/aset/segel-biru-tu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52160" y="914400"/>
            <a:ext cx="4754880" cy="475488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645920"/>
            <a:ext cx="548640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100" b="1" spc="300" kern="0" dirty="0">
                <a:solidFill>
                  <a:schemeClr val="accent2"/>
                </a:solidFill>
                <a:latin typeface="Exo 2" pitchFamily="34" charset="0"/>
                <a:ea typeface="Exo 2" pitchFamily="34" charset="-122"/>
                <a:cs typeface="Exo 2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100" b="1" spc="300" kern="0" dirty="0">
                <a:solidFill>
                  <a:schemeClr val="accent2"/>
                </a:solidFill>
                <a:latin typeface="Exo 2" pitchFamily="34" charset="0"/>
                <a:ea typeface="Exo 2" pitchFamily="34" charset="-122"/>
                <a:cs typeface="Exo 2" pitchFamily="34" charset="-120"/>
              </a:rPr>
              <a:t>BAGIAN 1</a:t>
            </a:r>
            <a:endParaRPr lang="en-US" sz="1100" dirty="0"/>
          </a:p>
        </p:txBody>
      </p:sp>
      <p:sp>
        <p:nvSpPr>
          <p:cNvPr id="4" name="Text 0"/>
          <p:cNvSpPr/>
          <p:nvPr>
            <p:ph idx="102" type="title" hasCustomPrompt="1"/>
          </p:nvPr>
        </p:nvSpPr>
        <p:spPr>
          <a:xfrm>
            <a:off x="548640" y="2011680"/>
            <a:ext cx="585216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r>
              <a:rPr lang="en-US" sz="4400" dirty="0">
                <a:solidFill>
                  <a:schemeClr val="bg1"/>
                </a:solidFill>
              </a:rPr>
              <a:t>Judul bagian</a:t>
            </a:r>
            <a:endParaRPr lang="en-US" sz="4400" dirty="0"/>
          </a:p>
        </p:txBody>
      </p:sp>
      <p:sp>
        <p:nvSpPr>
          <p:cNvPr id="5" name="Text 0"/>
          <p:cNvSpPr/>
          <p:nvPr/>
        </p:nvSpPr>
        <p:spPr>
          <a:xfrm>
            <a:off x="548640" y="475488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BFE0FF"/>
                </a:solidFill>
                <a:latin typeface="Exo 2" pitchFamily="34" charset="0"/>
                <a:ea typeface="Exo 2" pitchFamily="34" charset="-122"/>
                <a:cs typeface="Exo 2" pitchFamily="34" charset="-120"/>
              </a:rPr>
              <a:t>FUSIONIFY · Fuse Ideas. Build Progress.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FE0FF"/>
                </a:solidFill>
                <a:latin typeface="Exo 2"/>
                <a:ea typeface="Exo 2"/>
                <a:cs typeface="Exo 2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Y Isi">
    <p:bg>
      <p:bgPr>
        <a:solidFill>
          <a:srgbClr val="F7F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54864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b="1" spc="300" kern="0" dirty="0">
                <a:solidFill>
                  <a:schemeClr val="accent3"/>
                </a:solidFill>
                <a:latin typeface="Exo 2" pitchFamily="34" charset="0"/>
                <a:ea typeface="Exo 2" pitchFamily="34" charset="-122"/>
                <a:cs typeface="Exo 2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000" b="1" spc="300" kern="0" dirty="0">
                <a:solidFill>
                  <a:schemeClr val="accent3"/>
                </a:solidFill>
                <a:latin typeface="Exo 2" pitchFamily="34" charset="0"/>
                <a:ea typeface="Exo 2" pitchFamily="34" charset="-122"/>
                <a:cs typeface="Exo 2" pitchFamily="34" charset="-120"/>
              </a:rPr>
              <a:t>BAGIAN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85800"/>
            <a:ext cx="804672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</a:rPr>
              <a:t>Satu pesan per slide</a:t>
            </a:r>
            <a:endParaRPr lang="en-US" sz="3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645920"/>
            <a:ext cx="8046720" cy="2834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spcAft>
                <a:spcPts val="800"/>
              </a:spcAft>
              <a:buNone/>
              <a:defRPr lang="en-US" sz="1600" dirty="0">
                <a:solidFill>
                  <a:schemeClr val="tx1"/>
                </a:solidFill>
              </a:defRPr>
            </a:lvl1pPr>
          </a:lstStyle>
          <a:p>
            <a:pPr algn="l"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Isi slide</a:t>
            </a:r>
            <a:endParaRPr lang="en-US" sz="1600" dirty="0"/>
          </a:p>
        </p:txBody>
      </p:sp>
      <p:sp>
        <p:nvSpPr>
          <p:cNvPr id="5" name="Text 0"/>
          <p:cNvSpPr/>
          <p:nvPr/>
        </p:nvSpPr>
        <p:spPr>
          <a:xfrm>
            <a:off x="548640" y="475488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566175"/>
                </a:solidFill>
                <a:latin typeface="Exo 2" pitchFamily="34" charset="0"/>
                <a:ea typeface="Exo 2" pitchFamily="34" charset="-122"/>
                <a:cs typeface="Exo 2" pitchFamily="34" charset="-120"/>
              </a:rPr>
              <a:t>FUSIONIFY · Fuse Ideas. Build Progress.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66175"/>
                </a:solidFill>
                <a:latin typeface="Exo 2"/>
                <a:ea typeface="Exo 2"/>
                <a:cs typeface="Exo 2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Y Judul saja">
    <p:bg>
      <p:bgPr>
        <a:solidFill>
          <a:srgbClr val="F7F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54864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b="1" spc="300" kern="0" dirty="0">
                <a:solidFill>
                  <a:schemeClr val="accent3"/>
                </a:solidFill>
                <a:latin typeface="Exo 2" pitchFamily="34" charset="0"/>
                <a:ea typeface="Exo 2" pitchFamily="34" charset="-122"/>
                <a:cs typeface="Exo 2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000" b="1" spc="300" kern="0" dirty="0">
                <a:solidFill>
                  <a:schemeClr val="accent3"/>
                </a:solidFill>
                <a:latin typeface="Exo 2" pitchFamily="34" charset="0"/>
                <a:ea typeface="Exo 2" pitchFamily="34" charset="-122"/>
                <a:cs typeface="Exo 2" pitchFamily="34" charset="-120"/>
              </a:rPr>
              <a:t>BAGIAN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85800"/>
            <a:ext cx="804672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</a:rPr>
              <a:t>Judul slide</a:t>
            </a:r>
            <a:endParaRPr lang="en-US" sz="3400" dirty="0"/>
          </a:p>
        </p:txBody>
      </p:sp>
      <p:sp>
        <p:nvSpPr>
          <p:cNvPr id="4" name="Text 0"/>
          <p:cNvSpPr/>
          <p:nvPr/>
        </p:nvSpPr>
        <p:spPr>
          <a:xfrm>
            <a:off x="548640" y="475488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566175"/>
                </a:solidFill>
                <a:latin typeface="Exo 2" pitchFamily="34" charset="0"/>
                <a:ea typeface="Exo 2" pitchFamily="34" charset="-122"/>
                <a:cs typeface="Exo 2" pitchFamily="34" charset="-120"/>
              </a:rPr>
              <a:t>FUSIONIFY · Fuse Ideas. Build Progress.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66175"/>
                </a:solidFill>
                <a:latin typeface="Exo 2"/>
                <a:ea typeface="Exo 2"/>
                <a:cs typeface="Exo 2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Y Angka">
    <p:bg>
      <p:bgPr>
        <a:solidFill>
          <a:srgbClr val="0710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54864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b="1" spc="300" kern="0" dirty="0">
                <a:solidFill>
                  <a:schemeClr val="accent2"/>
                </a:solidFill>
                <a:latin typeface="Exo 2" pitchFamily="34" charset="0"/>
                <a:ea typeface="Exo 2" pitchFamily="34" charset="-122"/>
                <a:cs typeface="Exo 2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000" b="1" spc="300" kern="0" dirty="0">
                <a:solidFill>
                  <a:schemeClr val="accent2"/>
                </a:solidFill>
                <a:latin typeface="Exo 2" pitchFamily="34" charset="0"/>
                <a:ea typeface="Exo 2" pitchFamily="34" charset="-122"/>
                <a:cs typeface="Exo 2" pitchFamily="34" charset="-120"/>
              </a:rPr>
              <a:t>BUKTI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85800"/>
            <a:ext cx="804672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r>
              <a:rPr lang="en-US" sz="3400" dirty="0">
                <a:solidFill>
                  <a:schemeClr val="bg1"/>
                </a:solidFill>
              </a:rPr>
              <a:t>Angka yang bisa dipertanggungjawabkan</a:t>
            </a:r>
            <a:endParaRPr lang="en-US" sz="3400" dirty="0"/>
          </a:p>
        </p:txBody>
      </p:sp>
      <p:sp>
        <p:nvSpPr>
          <p:cNvPr id="4" name="Text 0"/>
          <p:cNvSpPr/>
          <p:nvPr/>
        </p:nvSpPr>
        <p:spPr>
          <a:xfrm>
            <a:off x="548640" y="475488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BFE0FF"/>
                </a:solidFill>
                <a:latin typeface="Exo 2" pitchFamily="34" charset="0"/>
                <a:ea typeface="Exo 2" pitchFamily="34" charset="-122"/>
                <a:cs typeface="Exo 2" pitchFamily="34" charset="-120"/>
              </a:rPr>
              <a:t>FUSIONIFY · Fuse Ideas. Build Progress.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FE0FF"/>
                </a:solidFill>
                <a:latin typeface="Exo 2"/>
                <a:ea typeface="Exo 2"/>
                <a:cs typeface="Exo 2"/>
              </a:defRPr>
            </a:lvl1pPr>
          </a:lstStyle>
          <a:p>
            <a:pPr algn="r"/>
            <a:fld id="{F7021451-1387-4CA6-816F-3879F97B5CBC}" type="slidenum">
              <a:rPr b="0" lang="en-US"/>
              <a:t>1006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Y Penutup">
    <p:bg>
      <p:bgPr>
        <a:solidFill>
          <a:srgbClr val="0D6CD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fusionify_ui/dokumen/office/aset/segel-biru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280160" y="2011680"/>
            <a:ext cx="4754880" cy="4754880"/>
          </a:xfrm>
          <a:prstGeom prst="rect">
            <a:avLst/>
          </a:prstGeom>
        </p:spPr>
      </p:pic>
      <p:pic>
        <p:nvPicPr>
          <p:cNvPr id="3" name="Image 1" descr="/home/claude/fusionify_ui/dokumen/office/aset/maskot-win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097280"/>
            <a:ext cx="3154680" cy="4069080"/>
          </a:xfrm>
          <a:prstGeom prst="rect">
            <a:avLst/>
          </a:prstGeom>
        </p:spPr>
      </p:pic>
      <p:sp>
        <p:nvSpPr>
          <p:cNvPr id="4" name="Text 0"/>
          <p:cNvSpPr/>
          <p:nvPr>
            <p:ph idx="102" type="title" hasCustomPrompt="1"/>
          </p:nvPr>
        </p:nvSpPr>
        <p:spPr>
          <a:xfrm>
            <a:off x="4480560" y="1097280"/>
            <a:ext cx="420624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r>
              <a:rPr lang="en-US" sz="4600" dirty="0">
                <a:solidFill>
                  <a:schemeClr val="bg1"/>
                </a:solidFill>
              </a:rPr>
              <a:t>Terima kasih</a:t>
            </a:r>
            <a:endParaRPr lang="en-US" sz="4600" dirty="0"/>
          </a:p>
        </p:txBody>
      </p:sp>
      <p:sp>
        <p:nvSpPr>
          <p:cNvPr id="5" name="Text 0"/>
          <p:cNvSpPr/>
          <p:nvPr/>
        </p:nvSpPr>
        <p:spPr>
          <a:xfrm>
            <a:off x="4480560" y="2240280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FE0FF"/>
                </a:solidFill>
                <a:latin typeface="Exo 2" pitchFamily="34" charset="0"/>
                <a:ea typeface="Exo 2" pitchFamily="34" charset="-122"/>
                <a:cs typeface="Exo 2" pitchFamily="34" charset="-120"/>
              </a:rPr>
              <a:t>EMAIL</a:t>
            </a:r>
            <a:endParaRPr lang="en-US" sz="1000" dirty="0"/>
          </a:p>
        </p:txBody>
      </p:sp>
      <p:sp>
        <p:nvSpPr>
          <p:cNvPr id="6" name="Text 1"/>
          <p:cNvSpPr/>
          <p:nvPr/>
        </p:nvSpPr>
        <p:spPr>
          <a:xfrm>
            <a:off x="4480560" y="246888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hello@fusionify.id</a:t>
            </a:r>
            <a:endParaRPr lang="en-US" sz="1500" dirty="0"/>
          </a:p>
        </p:txBody>
      </p:sp>
      <p:sp>
        <p:nvSpPr>
          <p:cNvPr id="7" name="Text 2"/>
          <p:cNvSpPr/>
          <p:nvPr/>
        </p:nvSpPr>
        <p:spPr>
          <a:xfrm>
            <a:off x="4480560" y="2898648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FE0FF"/>
                </a:solidFill>
                <a:latin typeface="Exo 2" pitchFamily="34" charset="0"/>
                <a:ea typeface="Exo 2" pitchFamily="34" charset="-122"/>
                <a:cs typeface="Exo 2" pitchFamily="34" charset="-120"/>
              </a:rPr>
              <a:t>WHATSAPP</a:t>
            </a:r>
            <a:endParaRPr lang="en-US" sz="1000" dirty="0"/>
          </a:p>
        </p:txBody>
      </p:sp>
      <p:sp>
        <p:nvSpPr>
          <p:cNvPr id="8" name="Text 3"/>
          <p:cNvSpPr/>
          <p:nvPr/>
        </p:nvSpPr>
        <p:spPr>
          <a:xfrm>
            <a:off x="4480560" y="3127248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+62 831-1138-0628</a:t>
            </a:r>
            <a:endParaRPr lang="en-US" sz="1500" dirty="0"/>
          </a:p>
        </p:txBody>
      </p:sp>
      <p:sp>
        <p:nvSpPr>
          <p:cNvPr id="9" name="Text 4"/>
          <p:cNvSpPr/>
          <p:nvPr/>
        </p:nvSpPr>
        <p:spPr>
          <a:xfrm>
            <a:off x="4480560" y="3557016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FE0FF"/>
                </a:solidFill>
                <a:latin typeface="Exo 2" pitchFamily="34" charset="0"/>
                <a:ea typeface="Exo 2" pitchFamily="34" charset="-122"/>
                <a:cs typeface="Exo 2" pitchFamily="34" charset="-120"/>
              </a:rPr>
              <a:t>WEBSITE</a:t>
            </a:r>
            <a:endParaRPr lang="en-US" sz="1000" dirty="0"/>
          </a:p>
        </p:txBody>
      </p:sp>
      <p:sp>
        <p:nvSpPr>
          <p:cNvPr id="10" name="Text 5"/>
          <p:cNvSpPr/>
          <p:nvPr/>
        </p:nvSpPr>
        <p:spPr>
          <a:xfrm>
            <a:off x="4480560" y="3785616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fusionify.id</a:t>
            </a:r>
            <a:endParaRPr lang="en-US" sz="15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FE0FF"/>
                </a:solidFill>
                <a:latin typeface="Exo 2"/>
                <a:ea typeface="Exo 2"/>
                <a:cs typeface="Exo 2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3" type="body" hasCustomPrompt="1"/>
          </p:nvPr>
        </p:nvSpPr>
        <p:spPr>
          <a:xfrm>
            <a:off x="548640" y="141732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chemeClr val="bg1"/>
                </a:solidFill>
                <a:latin typeface="Exo 2" pitchFamily="34" charset="0"/>
                <a:ea typeface="Exo 2" pitchFamily="34" charset="-122"/>
                <a:cs typeface="Exo 2" pitchFamily="34" charset="-120"/>
              </a:rPr>
              <a:t>JENIS PRESENTASI · 2026</a:t>
            </a:r>
            <a:endParaRPr lang="en-US" sz="1100" dirty="0"/>
          </a:p>
        </p:txBody>
      </p:sp>
      <p:sp>
        <p:nvSpPr>
          <p:cNvPr id="3" name="Text 0"/>
          <p:cNvSpPr/>
          <p:nvPr>
            <p:ph idx="104" type="title" hasCustomPrompt="1"/>
          </p:nvPr>
        </p:nvSpPr>
        <p:spPr>
          <a:xfrm>
            <a:off x="548640" y="1783080"/>
            <a:ext cx="51206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600" dirty="0">
                <a:solidFill>
                  <a:schemeClr val="bg1"/>
                </a:solidFill>
              </a:rPr>
              <a:t>Judul presentasi</a:t>
            </a:r>
            <a:pPr algn="l" indent="0" marL="0">
              <a:buNone/>
            </a:pPr>
            <a:r>
              <a:rPr lang="en-US" sz="4600" dirty="0">
                <a:solidFill>
                  <a:srgbClr val="BFE0FF"/>
                </a:solidFill>
              </a:rPr>
              <a:t>.</a:t>
            </a:r>
            <a:endParaRPr lang="en-US" sz="4600" dirty="0"/>
          </a:p>
        </p:txBody>
      </p:sp>
      <p:sp>
        <p:nvSpPr>
          <p:cNvPr id="4" name="Text 0"/>
          <p:cNvSpPr/>
          <p:nvPr>
            <p:ph idx="105" type="body" hasCustomPrompt="1"/>
          </p:nvPr>
        </p:nvSpPr>
        <p:spPr>
          <a:xfrm>
            <a:off x="548640" y="3566160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Satu kalimat yang menjelaskan isinya.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48640" y="16459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chemeClr val="accent2"/>
                </a:solidFill>
                <a:latin typeface="Exo 2" pitchFamily="34" charset="0"/>
                <a:ea typeface="Exo 2" pitchFamily="34" charset="-122"/>
                <a:cs typeface="Exo 2" pitchFamily="34" charset="-120"/>
              </a:rPr>
              <a:t>BAGIAN 1</a:t>
            </a:r>
            <a:endParaRPr lang="en-US" sz="1100" dirty="0"/>
          </a:p>
        </p:txBody>
      </p:sp>
      <p:sp>
        <p:nvSpPr>
          <p:cNvPr id="3" name="Text 0"/>
          <p:cNvSpPr/>
          <p:nvPr>
            <p:ph idx="102" type="title" hasCustomPrompt="1"/>
          </p:nvPr>
        </p:nvSpPr>
        <p:spPr>
          <a:xfrm>
            <a:off x="548640" y="2011680"/>
            <a:ext cx="5852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chemeClr val="bg1"/>
                </a:solidFill>
              </a:rPr>
              <a:t>Judul bagian</a:t>
            </a:r>
            <a:pPr algn="l" indent="0" marL="0">
              <a:buNone/>
            </a:pPr>
            <a:r>
              <a:rPr lang="en-US" sz="4400" dirty="0">
                <a:solidFill>
                  <a:srgbClr val="539DE9"/>
                </a:solidFill>
              </a:rPr>
              <a:t>.</a:t>
            </a:r>
            <a:endParaRPr lang="en-US" sz="4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FE0FF"/>
                </a:solidFill>
                <a:latin typeface="Exo 2"/>
                <a:ea typeface="Exo 2"/>
                <a:cs typeface="Exo 2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chemeClr val="accent3"/>
                </a:solidFill>
                <a:latin typeface="Exo 2" pitchFamily="34" charset="0"/>
                <a:ea typeface="Exo 2" pitchFamily="34" charset="-122"/>
                <a:cs typeface="Exo 2" pitchFamily="34" charset="-120"/>
              </a:rPr>
              <a:t>BAGIAN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8580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</a:rPr>
              <a:t>Satu pesan per slide</a:t>
            </a:r>
            <a:pPr algn="l" indent="0" marL="0">
              <a:buNone/>
            </a:pPr>
            <a:r>
              <a:rPr lang="en-US" sz="3400" dirty="0">
                <a:solidFill>
                  <a:srgbClr val="539DE9"/>
                </a:solidFill>
              </a:rPr>
              <a:t>.</a:t>
            </a:r>
            <a:endParaRPr lang="en-US" sz="3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645920"/>
            <a:ext cx="804672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Poin penting pertama, satu kalimat.</a:t>
            </a:r>
            <a:endParaRPr lang="en-US" sz="1600" dirty="0"/>
          </a:p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Poin penting kedua.</a:t>
            </a:r>
            <a:endParaRPr lang="en-US" sz="1600" dirty="0"/>
          </a:p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Poin penting ketiga.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66175"/>
                </a:solidFill>
                <a:latin typeface="Exo 2"/>
                <a:ea typeface="Exo 2"/>
                <a:cs typeface="Exo 2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chemeClr val="accent3"/>
                </a:solidFill>
                <a:latin typeface="Exo 2" pitchFamily="34" charset="0"/>
                <a:ea typeface="Exo 2" pitchFamily="34" charset="-122"/>
                <a:cs typeface="Exo 2" pitchFamily="34" charset="-120"/>
              </a:rPr>
              <a:t>BAGIAN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8580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</a:rPr>
              <a:t>Tiga kartu stiker</a:t>
            </a:r>
            <a:pPr algn="l" indent="0" marL="0">
              <a:buNone/>
            </a:pPr>
            <a:r>
              <a:rPr lang="en-US" sz="3400" dirty="0">
                <a:solidFill>
                  <a:srgbClr val="539DE9"/>
                </a:solidFill>
              </a:rPr>
              <a:t>.</a:t>
            </a:r>
            <a:endParaRPr lang="en-US" sz="3400" dirty="0"/>
          </a:p>
        </p:txBody>
      </p:sp>
      <p:sp>
        <p:nvSpPr>
          <p:cNvPr id="4" name="kartu-1"/>
          <p:cNvSpPr/>
          <p:nvPr/>
        </p:nvSpPr>
        <p:spPr>
          <a:xfrm>
            <a:off x="548640" y="1691640"/>
            <a:ext cx="2514600" cy="2514600"/>
          </a:xfrm>
          <a:prstGeom prst="roundRect">
            <a:avLst>
              <a:gd name="adj" fmla="val 5818"/>
            </a:avLst>
          </a:prstGeom>
          <a:solidFill>
            <a:srgbClr val="FFFFFF"/>
          </a:solidFill>
          <a:ln w="19050">
            <a:solidFill>
              <a:srgbClr val="0B0F1A"/>
            </a:solidFill>
            <a:prstDash val="solid"/>
          </a:ln>
          <a:effectLst>
            <a:outerShdw sx="100000" sy="100000" kx="0" ky="0" algn="bl" rotWithShape="0" blurRad="101600" dist="38100" dir="5400000">
              <a:srgbClr val="0B0F1A">
                <a:alpha val="100000"/>
              </a:srgbClr>
            </a:outerShdw>
          </a:effectLst>
        </p:spPr>
      </p:sp>
      <p:sp>
        <p:nvSpPr>
          <p:cNvPr id="5" name="nomor-1"/>
          <p:cNvSpPr/>
          <p:nvPr/>
        </p:nvSpPr>
        <p:spPr>
          <a:xfrm>
            <a:off x="777240" y="1920240"/>
            <a:ext cx="457200" cy="457200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0B0F1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1920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Exo 2" pitchFamily="34" charset="0"/>
                <a:ea typeface="Exo 2" pitchFamily="34" charset="-122"/>
                <a:cs typeface="Exo 2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560320"/>
            <a:ext cx="2057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  <a:latin typeface="Afacad Flux ExtraBold" pitchFamily="34" charset="0"/>
                <a:ea typeface="Afacad Flux ExtraBold" pitchFamily="34" charset="-122"/>
                <a:cs typeface="Afacad Flux ExtraBold" pitchFamily="34" charset="-120"/>
              </a:rPr>
              <a:t>Poin pertama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3017520"/>
            <a:ext cx="2057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A4458"/>
                </a:solidFill>
              </a:rPr>
              <a:t>Penjelasan singkat, satu atau dua kalimat.</a:t>
            </a:r>
            <a:endParaRPr lang="en-US" sz="1400" dirty="0"/>
          </a:p>
        </p:txBody>
      </p:sp>
      <p:sp>
        <p:nvSpPr>
          <p:cNvPr id="9" name="kartu-2"/>
          <p:cNvSpPr/>
          <p:nvPr/>
        </p:nvSpPr>
        <p:spPr>
          <a:xfrm>
            <a:off x="3291840" y="1691640"/>
            <a:ext cx="2514600" cy="2514600"/>
          </a:xfrm>
          <a:prstGeom prst="roundRect">
            <a:avLst>
              <a:gd name="adj" fmla="val 5818"/>
            </a:avLst>
          </a:prstGeom>
          <a:solidFill>
            <a:srgbClr val="FFFFFF"/>
          </a:solidFill>
          <a:ln w="19050">
            <a:solidFill>
              <a:srgbClr val="0B0F1A"/>
            </a:solidFill>
            <a:prstDash val="solid"/>
          </a:ln>
          <a:effectLst>
            <a:outerShdw sx="100000" sy="100000" kx="0" ky="0" algn="bl" rotWithShape="0" blurRad="101600" dist="38100" dir="5400000">
              <a:srgbClr val="0B0F1A">
                <a:alpha val="100000"/>
              </a:srgbClr>
            </a:outerShdw>
          </a:effectLst>
        </p:spPr>
      </p:sp>
      <p:sp>
        <p:nvSpPr>
          <p:cNvPr id="10" name="nomor-2"/>
          <p:cNvSpPr/>
          <p:nvPr/>
        </p:nvSpPr>
        <p:spPr>
          <a:xfrm>
            <a:off x="3520440" y="1920240"/>
            <a:ext cx="457200" cy="457200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0B0F1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520440" y="1920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Exo 2" pitchFamily="34" charset="0"/>
                <a:ea typeface="Exo 2" pitchFamily="34" charset="-122"/>
                <a:cs typeface="Exo 2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3520440" y="2560320"/>
            <a:ext cx="2057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  <a:latin typeface="Afacad Flux ExtraBold" pitchFamily="34" charset="0"/>
                <a:ea typeface="Afacad Flux ExtraBold" pitchFamily="34" charset="-122"/>
                <a:cs typeface="Afacad Flux ExtraBold" pitchFamily="34" charset="-120"/>
              </a:rPr>
              <a:t>Poin kedua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3520440" y="3017520"/>
            <a:ext cx="2057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A4458"/>
                </a:solidFill>
              </a:rPr>
              <a:t>Penjelasan singkat.</a:t>
            </a:r>
            <a:endParaRPr lang="en-US" sz="1400" dirty="0"/>
          </a:p>
        </p:txBody>
      </p:sp>
      <p:sp>
        <p:nvSpPr>
          <p:cNvPr id="14" name="kartu-3"/>
          <p:cNvSpPr/>
          <p:nvPr/>
        </p:nvSpPr>
        <p:spPr>
          <a:xfrm>
            <a:off x="6035040" y="1691640"/>
            <a:ext cx="2514600" cy="2514600"/>
          </a:xfrm>
          <a:prstGeom prst="roundRect">
            <a:avLst>
              <a:gd name="adj" fmla="val 5818"/>
            </a:avLst>
          </a:prstGeom>
          <a:solidFill>
            <a:srgbClr val="FFFFFF"/>
          </a:solidFill>
          <a:ln w="19050">
            <a:solidFill>
              <a:srgbClr val="0B0F1A"/>
            </a:solidFill>
            <a:prstDash val="solid"/>
          </a:ln>
          <a:effectLst>
            <a:outerShdw sx="100000" sy="100000" kx="0" ky="0" algn="bl" rotWithShape="0" blurRad="101600" dist="38100" dir="5400000">
              <a:srgbClr val="0B0F1A">
                <a:alpha val="100000"/>
              </a:srgbClr>
            </a:outerShdw>
          </a:effectLst>
        </p:spPr>
      </p:sp>
      <p:sp>
        <p:nvSpPr>
          <p:cNvPr id="15" name="nomor-3"/>
          <p:cNvSpPr/>
          <p:nvPr/>
        </p:nvSpPr>
        <p:spPr>
          <a:xfrm>
            <a:off x="6263640" y="1920240"/>
            <a:ext cx="457200" cy="457200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0B0F1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263640" y="1920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Exo 2" pitchFamily="34" charset="0"/>
                <a:ea typeface="Exo 2" pitchFamily="34" charset="-122"/>
                <a:cs typeface="Exo 2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6263640" y="2560320"/>
            <a:ext cx="2057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  <a:latin typeface="Afacad Flux ExtraBold" pitchFamily="34" charset="0"/>
                <a:ea typeface="Afacad Flux ExtraBold" pitchFamily="34" charset="-122"/>
                <a:cs typeface="Afacad Flux ExtraBold" pitchFamily="34" charset="-120"/>
              </a:rPr>
              <a:t>Poin ketiga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6263640" y="3017520"/>
            <a:ext cx="2057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A4458"/>
                </a:solidFill>
              </a:rPr>
              <a:t>Penjelasan singkat.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66175"/>
                </a:solidFill>
                <a:latin typeface="Exo 2"/>
                <a:ea typeface="Exo 2"/>
                <a:cs typeface="Exo 2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chemeClr val="accent2"/>
                </a:solidFill>
                <a:latin typeface="Exo 2" pitchFamily="34" charset="0"/>
                <a:ea typeface="Exo 2" pitchFamily="34" charset="-122"/>
                <a:cs typeface="Exo 2" pitchFamily="34" charset="-120"/>
              </a:rPr>
              <a:t>BUKTI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8580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chemeClr val="bg1"/>
                </a:solidFill>
              </a:rPr>
              <a:t>Angka yang bisa dipertanggungjawabkan</a:t>
            </a:r>
            <a:pPr algn="l" indent="0" marL="0">
              <a:buNone/>
            </a:pPr>
            <a:r>
              <a:rPr lang="en-US" sz="3400" dirty="0">
                <a:solidFill>
                  <a:srgbClr val="BFE0FF"/>
                </a:solidFill>
              </a:rPr>
              <a:t>.</a:t>
            </a:r>
            <a:endParaRPr lang="en-US" sz="3400" dirty="0"/>
          </a:p>
        </p:txBody>
      </p:sp>
      <p:sp>
        <p:nvSpPr>
          <p:cNvPr id="4" name="angka-1"/>
          <p:cNvSpPr/>
          <p:nvPr/>
        </p:nvSpPr>
        <p:spPr>
          <a:xfrm>
            <a:off x="548640" y="1737360"/>
            <a:ext cx="1874520" cy="2377440"/>
          </a:xfrm>
          <a:prstGeom prst="roundRect">
            <a:avLst>
              <a:gd name="adj" fmla="val 7805"/>
            </a:avLst>
          </a:prstGeom>
          <a:solidFill>
            <a:srgbClr val="0F2040"/>
          </a:solidFill>
          <a:ln w="19050">
            <a:solidFill>
              <a:srgbClr val="2E5592"/>
            </a:solidFill>
            <a:prstDash val="solid"/>
          </a:ln>
          <a:effectLst>
            <a:outerShdw sx="100000" sy="100000" kx="0" ky="0" algn="bl" rotWithShape="0" blurRad="101600" dist="38100" dir="5400000">
              <a:srgbClr val="02060F">
                <a:alpha val="100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31520" y="1874520"/>
            <a:ext cx="1554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8CC0FF"/>
                </a:solidFill>
                <a:latin typeface="Exo 2" pitchFamily="34" charset="0"/>
                <a:ea typeface="Exo 2" pitchFamily="34" charset="-122"/>
                <a:cs typeface="Exo 2" pitchFamily="34" charset="-120"/>
              </a:rPr>
              <a:t>10K+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6974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facad Flux ExtraBold" pitchFamily="34" charset="0"/>
                <a:ea typeface="Afacad Flux ExtraBold" pitchFamily="34" charset="-122"/>
                <a:cs typeface="Afacad Flux ExtraBold" pitchFamily="34" charset="-120"/>
              </a:rPr>
              <a:t>Label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3063240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BE9FB"/>
                </a:solidFill>
              </a:rPr>
              <a:t>Sumber atau keterangan.</a:t>
            </a:r>
            <a:endParaRPr lang="en-US" sz="1200" dirty="0"/>
          </a:p>
        </p:txBody>
      </p:sp>
      <p:sp>
        <p:nvSpPr>
          <p:cNvPr id="8" name="angka-2"/>
          <p:cNvSpPr/>
          <p:nvPr/>
        </p:nvSpPr>
        <p:spPr>
          <a:xfrm>
            <a:off x="2606040" y="1737360"/>
            <a:ext cx="1874520" cy="2377440"/>
          </a:xfrm>
          <a:prstGeom prst="roundRect">
            <a:avLst>
              <a:gd name="adj" fmla="val 7805"/>
            </a:avLst>
          </a:prstGeom>
          <a:solidFill>
            <a:srgbClr val="0F2040"/>
          </a:solidFill>
          <a:ln w="19050">
            <a:solidFill>
              <a:srgbClr val="2E5592"/>
            </a:solidFill>
            <a:prstDash val="solid"/>
          </a:ln>
          <a:effectLst>
            <a:outerShdw sx="100000" sy="100000" kx="0" ky="0" algn="bl" rotWithShape="0" blurRad="101600" dist="38100" dir="5400000">
              <a:srgbClr val="02060F">
                <a:alpha val="100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2788920" y="1874520"/>
            <a:ext cx="1554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8CC0FF"/>
                </a:solidFill>
                <a:latin typeface="Exo 2" pitchFamily="34" charset="0"/>
                <a:ea typeface="Exo 2" pitchFamily="34" charset="-122"/>
                <a:cs typeface="Exo 2" pitchFamily="34" charset="-120"/>
              </a:rPr>
              <a:t>4</a:t>
            </a:r>
            <a:endParaRPr lang="en-US" sz="4000" dirty="0"/>
          </a:p>
        </p:txBody>
      </p:sp>
      <p:sp>
        <p:nvSpPr>
          <p:cNvPr id="10" name="Text 8"/>
          <p:cNvSpPr txBox="1"/>
          <p:nvPr/>
        </p:nvSpPr>
        <p:spPr>
          <a:xfrm>
            <a:off x="2788920" y="26974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facad Flux ExtraBold" pitchFamily="34" charset="0"/>
                <a:ea typeface="Afacad Flux ExtraBold" pitchFamily="34" charset="-122"/>
                <a:cs typeface="Afacad Flux ExtraBold" pitchFamily="34" charset="-120"/>
              </a:rPr>
              <a:t>Label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2788920" y="3063240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BE9FB"/>
                </a:solidFill>
              </a:rPr>
              <a:t>Keterangan.</a:t>
            </a:r>
            <a:endParaRPr lang="en-US" sz="1200" dirty="0"/>
          </a:p>
        </p:txBody>
      </p:sp>
      <p:sp>
        <p:nvSpPr>
          <p:cNvPr id="12" name="angka-3"/>
          <p:cNvSpPr/>
          <p:nvPr/>
        </p:nvSpPr>
        <p:spPr>
          <a:xfrm>
            <a:off x="4663440" y="1737360"/>
            <a:ext cx="1874520" cy="2377440"/>
          </a:xfrm>
          <a:prstGeom prst="roundRect">
            <a:avLst>
              <a:gd name="adj" fmla="val 7805"/>
            </a:avLst>
          </a:prstGeom>
          <a:solidFill>
            <a:srgbClr val="0F2040"/>
          </a:solidFill>
          <a:ln w="19050">
            <a:solidFill>
              <a:srgbClr val="2E5592"/>
            </a:solidFill>
            <a:prstDash val="solid"/>
          </a:ln>
          <a:effectLst>
            <a:outerShdw sx="100000" sy="100000" kx="0" ky="0" algn="bl" rotWithShape="0" blurRad="101600" dist="38100" dir="5400000">
              <a:srgbClr val="02060F">
                <a:alpha val="100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4846320" y="1874520"/>
            <a:ext cx="1554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8CC0FF"/>
                </a:solidFill>
                <a:latin typeface="Exo 2" pitchFamily="34" charset="0"/>
                <a:ea typeface="Exo 2" pitchFamily="34" charset="-122"/>
                <a:cs typeface="Exo 2" pitchFamily="34" charset="-120"/>
              </a:rPr>
              <a:t>2</a:t>
            </a:r>
            <a:endParaRPr lang="en-US" sz="4000" dirty="0"/>
          </a:p>
        </p:txBody>
      </p:sp>
      <p:sp>
        <p:nvSpPr>
          <p:cNvPr id="14" name="Text 12"/>
          <p:cNvSpPr txBox="1"/>
          <p:nvPr/>
        </p:nvSpPr>
        <p:spPr>
          <a:xfrm>
            <a:off x="4846320" y="26974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facad Flux ExtraBold" pitchFamily="34" charset="0"/>
                <a:ea typeface="Afacad Flux ExtraBold" pitchFamily="34" charset="-122"/>
                <a:cs typeface="Afacad Flux ExtraBold" pitchFamily="34" charset="-120"/>
              </a:rPr>
              <a:t>Label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4846320" y="3063240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BE9FB"/>
                </a:solidFill>
              </a:rPr>
              <a:t>Keterangan.</a:t>
            </a:r>
            <a:endParaRPr lang="en-US" sz="1200" dirty="0"/>
          </a:p>
        </p:txBody>
      </p:sp>
      <p:sp>
        <p:nvSpPr>
          <p:cNvPr id="16" name="angka-4"/>
          <p:cNvSpPr/>
          <p:nvPr/>
        </p:nvSpPr>
        <p:spPr>
          <a:xfrm>
            <a:off x="6720840" y="1737360"/>
            <a:ext cx="1874520" cy="2377440"/>
          </a:xfrm>
          <a:prstGeom prst="roundRect">
            <a:avLst>
              <a:gd name="adj" fmla="val 7805"/>
            </a:avLst>
          </a:prstGeom>
          <a:solidFill>
            <a:srgbClr val="0F2040"/>
          </a:solidFill>
          <a:ln w="19050">
            <a:solidFill>
              <a:srgbClr val="2E5592"/>
            </a:solidFill>
            <a:prstDash val="solid"/>
          </a:ln>
          <a:effectLst>
            <a:outerShdw sx="100000" sy="100000" kx="0" ky="0" algn="bl" rotWithShape="0" blurRad="101600" dist="38100" dir="5400000">
              <a:srgbClr val="02060F">
                <a:alpha val="100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6903720" y="1874520"/>
            <a:ext cx="1554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8CC0FF"/>
                </a:solidFill>
                <a:latin typeface="Exo 2" pitchFamily="34" charset="0"/>
                <a:ea typeface="Exo 2" pitchFamily="34" charset="-122"/>
                <a:cs typeface="Exo 2" pitchFamily="34" charset="-120"/>
              </a:rPr>
              <a:t>6</a:t>
            </a:r>
            <a:endParaRPr lang="en-US" sz="4000" dirty="0"/>
          </a:p>
        </p:txBody>
      </p:sp>
      <p:sp>
        <p:nvSpPr>
          <p:cNvPr id="18" name="Text 16"/>
          <p:cNvSpPr txBox="1"/>
          <p:nvPr/>
        </p:nvSpPr>
        <p:spPr>
          <a:xfrm>
            <a:off x="6903720" y="26974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facad Flux ExtraBold" pitchFamily="34" charset="0"/>
                <a:ea typeface="Afacad Flux ExtraBold" pitchFamily="34" charset="-122"/>
                <a:cs typeface="Afacad Flux ExtraBold" pitchFamily="34" charset="-120"/>
              </a:rPr>
              <a:t>Label</a:t>
            </a:r>
            <a:endParaRPr lang="en-US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6903720" y="3063240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BE9FB"/>
                </a:solidFill>
              </a:rPr>
              <a:t>Keterangan.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FE0FF"/>
                </a:solidFill>
                <a:latin typeface="Exo 2"/>
                <a:ea typeface="Exo 2"/>
                <a:cs typeface="Exo 2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chemeClr val="accent3"/>
                </a:solidFill>
                <a:latin typeface="Exo 2" pitchFamily="34" charset="0"/>
                <a:ea typeface="Exo 2" pitchFamily="34" charset="-122"/>
                <a:cs typeface="Exo 2" pitchFamily="34" charset="-120"/>
              </a:rPr>
              <a:t>DATA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8580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</a:rPr>
              <a:t>Grafik dengan warna FUSIONIFY</a:t>
            </a:r>
            <a:pPr algn="l" indent="0" marL="0">
              <a:buNone/>
            </a:pPr>
            <a:r>
              <a:rPr lang="en-US" sz="3400" dirty="0">
                <a:solidFill>
                  <a:srgbClr val="539DE9"/>
                </a:solidFill>
              </a:rPr>
              <a:t>.</a:t>
            </a:r>
            <a:endParaRPr lang="en-US" sz="3400" dirty="0"/>
          </a:p>
        </p:txBody>
      </p:sp>
      <p:sp>
        <p:nvSpPr>
          <p:cNvPr id="4" name="kartu-grafik"/>
          <p:cNvSpPr/>
          <p:nvPr/>
        </p:nvSpPr>
        <p:spPr>
          <a:xfrm>
            <a:off x="548640" y="1645920"/>
            <a:ext cx="5577840" cy="2880360"/>
          </a:xfrm>
          <a:prstGeom prst="roundRect">
            <a:avLst>
              <a:gd name="adj" fmla="val 5079"/>
            </a:avLst>
          </a:prstGeom>
          <a:solidFill>
            <a:srgbClr val="FFFFFF"/>
          </a:solidFill>
          <a:ln w="19050">
            <a:solidFill>
              <a:srgbClr val="0B0F1A"/>
            </a:solidFill>
            <a:prstDash val="solid"/>
          </a:ln>
          <a:effectLst>
            <a:outerShdw sx="100000" sy="100000" kx="0" ky="0" algn="bl" rotWithShape="0" blurRad="101600" dist="38100" dir="5400000">
              <a:srgbClr val="0B0F1A">
                <a:alpha val="100000"/>
              </a:srgbClr>
            </a:outerShdw>
          </a:effectLst>
        </p:spPr>
      </p:sp>
      <p:graphicFrame>
        <p:nvGraphicFramePr>
          <p:cNvPr id="5" name="Chart 0" descr=""/>
          <p:cNvGraphicFramePr/>
          <p:nvPr/>
        </p:nvGraphicFramePr>
        <p:xfrm>
          <a:off x="731520" y="1783080"/>
          <a:ext cx="5212080" cy="2606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kotak-catatan"/>
          <p:cNvSpPr/>
          <p:nvPr/>
        </p:nvSpPr>
        <p:spPr>
          <a:xfrm>
            <a:off x="6400800" y="1645920"/>
            <a:ext cx="2194560" cy="2880360"/>
          </a:xfrm>
          <a:prstGeom prst="roundRect">
            <a:avLst>
              <a:gd name="adj" fmla="val 6667"/>
            </a:avLst>
          </a:prstGeom>
          <a:solidFill>
            <a:srgbClr val="EAF4FF"/>
          </a:solidFill>
          <a:ln w="12700">
            <a:solidFill>
              <a:srgbClr val="EAF4FF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583680" y="1828800"/>
            <a:ext cx="18288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9A5B00"/>
                </a:solidFill>
                <a:latin typeface="Exo 2" pitchFamily="34" charset="0"/>
                <a:ea typeface="Exo 2" pitchFamily="34" charset="-122"/>
                <a:cs typeface="Exo 2" pitchFamily="34" charset="-120"/>
              </a:rPr>
              <a:t>DATA CONTOH</a:t>
            </a:r>
            <a:endParaRPr lang="en-US" sz="1000" dirty="0"/>
          </a:p>
          <a:p>
            <a:pPr indent="0" marL="0">
              <a:buNone/>
            </a:pPr>
            <a:r>
              <a:rPr lang="en-US" sz="1300" dirty="0">
                <a:solidFill>
                  <a:srgbClr val="3A4458"/>
                </a:solidFill>
              </a:rPr>
              <a:t>Ganti dengan data asli. Klik kanan grafik → Edit Data.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66175"/>
                </a:solidFill>
                <a:latin typeface="Exo 2"/>
                <a:ea typeface="Exo 2"/>
                <a:cs typeface="Exo 2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2" type="title" hasCustomPrompt="1"/>
          </p:nvPr>
        </p:nvSpPr>
        <p:spPr>
          <a:xfrm>
            <a:off x="4480560" y="1097280"/>
            <a:ext cx="4206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600" dirty="0">
                <a:solidFill>
                  <a:schemeClr val="bg1"/>
                </a:solidFill>
              </a:rPr>
              <a:t>Terima kasih</a:t>
            </a:r>
            <a:pPr algn="l" indent="0" marL="0">
              <a:buNone/>
            </a:pPr>
            <a:r>
              <a:rPr lang="en-US" sz="4600" dirty="0">
                <a:solidFill>
                  <a:srgbClr val="BFE0FF"/>
                </a:solidFill>
              </a:rPr>
              <a:t>.</a:t>
            </a:r>
            <a:endParaRPr lang="en-US" sz="4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FUSIONIFY">
  <a:themeElements>
    <a:clrScheme name="FUSIONIFY">
      <a:dk1>
        <a:srgbClr val="0B0F1A"/>
      </a:dk1>
      <a:lt1>
        <a:srgbClr val="FFFFFF"/>
      </a:lt1>
      <a:dk2>
        <a:srgbClr val="071022"/>
      </a:dk2>
      <a:lt2>
        <a:srgbClr val="F7FBFF"/>
      </a:lt2>
      <a:accent1>
        <a:srgbClr val="0D6CD7"/>
      </a:accent1>
      <a:accent2>
        <a:srgbClr val="539DE9"/>
      </a:accent2>
      <a:accent3>
        <a:srgbClr val="0261CD"/>
      </a:accent3>
      <a:accent4>
        <a:srgbClr val="157F3B"/>
      </a:accent4>
      <a:accent5>
        <a:srgbClr val="9A5B00"/>
      </a:accent5>
      <a:accent6>
        <a:srgbClr val="8A4A00"/>
      </a:accent6>
      <a:hlink>
        <a:srgbClr val="0261CD"/>
      </a:hlink>
      <a:folHlink>
        <a:srgbClr val="0261CD"/>
      </a:folHlink>
    </a:clrScheme>
    <a:fontScheme name="Office">
      <a:majorFont>
        <a:latin typeface="Afacad Flux ExtraBol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Sansation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PT FUSIONIFY DIGITAL STORE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Template slide FUSIONIFY</dc:title>
  <dc:subject>PptxGenJS Presentation</dc:subject>
  <dc:creator>PT FUSIONIFY DIGITAL STORE</dc:creator>
  <cp:lastModifiedBy>PT FUSIONIFY DIGITAL STORE</cp:lastModifiedBy>
  <cp:revision>1</cp:revision>
  <dcterms:created xsi:type="dcterms:W3CDTF">2026-10-27T06:21:13Z</dcterms:created>
  <dcterms:modified xsi:type="dcterms:W3CDTF">2026-10-27T06:21:13Z</dcterms:modified>
</cp:coreProperties>
</file>